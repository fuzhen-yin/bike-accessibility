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355" r:id="rId3"/>
    <p:sldId id="265" r:id="rId4"/>
    <p:sldId id="342" r:id="rId5"/>
    <p:sldId id="258" r:id="rId6"/>
    <p:sldId id="341" r:id="rId7"/>
    <p:sldId id="352" r:id="rId8"/>
    <p:sldId id="353" r:id="rId9"/>
    <p:sldId id="348" r:id="rId10"/>
    <p:sldId id="344" r:id="rId11"/>
    <p:sldId id="345" r:id="rId12"/>
    <p:sldId id="346" r:id="rId13"/>
    <p:sldId id="347" r:id="rId14"/>
    <p:sldId id="349" r:id="rId15"/>
    <p:sldId id="350" r:id="rId16"/>
    <p:sldId id="351" r:id="rId17"/>
    <p:sldId id="33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C086"/>
    <a:srgbClr val="FF9933"/>
    <a:srgbClr val="007FFF"/>
    <a:srgbClr val="D9C6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C28BC-8660-45DE-A64C-3153B1362522}" v="1" dt="2026-10-14T03:36:47.1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230" autoAdjust="0"/>
  </p:normalViewPr>
  <p:slideViewPr>
    <p:cSldViewPr snapToGrid="0">
      <p:cViewPr varScale="1">
        <p:scale>
          <a:sx n="94" d="100"/>
          <a:sy n="94" d="100"/>
        </p:scale>
        <p:origin x="119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. y" userId="5ea1721a4cd99d0b" providerId="LiveId" clId="{1DECA669-F202-4CEE-8A7D-B59DFEE0D640}"/>
    <pc:docChg chg="undo custSel addSld delSld modSld sldOrd">
      <pc:chgData name="f. y" userId="5ea1721a4cd99d0b" providerId="LiveId" clId="{1DECA669-F202-4CEE-8A7D-B59DFEE0D640}" dt="2026-10-14T03:44:47.848" v="1062" actId="20577"/>
      <pc:docMkLst>
        <pc:docMk/>
      </pc:docMkLst>
      <pc:sldChg chg="modSp mod">
        <pc:chgData name="f. y" userId="5ea1721a4cd99d0b" providerId="LiveId" clId="{1DECA669-F202-4CEE-8A7D-B59DFEE0D640}" dt="2026-10-14T03:11:23.501" v="1034" actId="6549"/>
        <pc:sldMkLst>
          <pc:docMk/>
          <pc:sldMk cId="923651256" sldId="256"/>
        </pc:sldMkLst>
        <pc:spChg chg="mod">
          <ac:chgData name="f. y" userId="5ea1721a4cd99d0b" providerId="LiveId" clId="{1DECA669-F202-4CEE-8A7D-B59DFEE0D640}" dt="2026-10-14T03:11:23.501" v="1034" actId="6549"/>
          <ac:spMkLst>
            <pc:docMk/>
            <pc:sldMk cId="923651256" sldId="256"/>
            <ac:spMk id="5" creationId="{E349A817-B55B-B4C7-98DD-1CCBC5B70B7A}"/>
          </ac:spMkLst>
        </pc:spChg>
      </pc:sldChg>
      <pc:sldChg chg="addSp delSp modSp mod ord">
        <pc:chgData name="f. y" userId="5ea1721a4cd99d0b" providerId="LiveId" clId="{1DECA669-F202-4CEE-8A7D-B59DFEE0D640}" dt="2026-10-14T03:42:45.827" v="1060" actId="20577"/>
        <pc:sldMkLst>
          <pc:docMk/>
          <pc:sldMk cId="1176875122" sldId="265"/>
        </pc:sldMkLst>
        <pc:spChg chg="mod">
          <ac:chgData name="f. y" userId="5ea1721a4cd99d0b" providerId="LiveId" clId="{1DECA669-F202-4CEE-8A7D-B59DFEE0D640}" dt="2026-10-14T03:42:45.827" v="1060" actId="20577"/>
          <ac:spMkLst>
            <pc:docMk/>
            <pc:sldMk cId="1176875122" sldId="265"/>
            <ac:spMk id="4" creationId="{8AD8F934-D302-1E49-5760-146F6CD547F9}"/>
          </ac:spMkLst>
        </pc:spChg>
        <pc:spChg chg="add mod">
          <ac:chgData name="f. y" userId="5ea1721a4cd99d0b" providerId="LiveId" clId="{1DECA669-F202-4CEE-8A7D-B59DFEE0D640}" dt="2026-10-14T03:42:20.826" v="1054" actId="14100"/>
          <ac:spMkLst>
            <pc:docMk/>
            <pc:sldMk cId="1176875122" sldId="265"/>
            <ac:spMk id="10" creationId="{0317EFBE-6C87-AA44-8654-8293E6145289}"/>
          </ac:spMkLst>
        </pc:spChg>
        <pc:picChg chg="del">
          <ac:chgData name="f. y" userId="5ea1721a4cd99d0b" providerId="LiveId" clId="{1DECA669-F202-4CEE-8A7D-B59DFEE0D640}" dt="2026-10-14T03:41:58.526" v="1048" actId="478"/>
          <ac:picMkLst>
            <pc:docMk/>
            <pc:sldMk cId="1176875122" sldId="265"/>
            <ac:picMk id="8" creationId="{D0080D43-539E-37BE-A0F1-4F282B8D3083}"/>
          </ac:picMkLst>
        </pc:picChg>
        <pc:picChg chg="add mod">
          <ac:chgData name="f. y" userId="5ea1721a4cd99d0b" providerId="LiveId" clId="{1DECA669-F202-4CEE-8A7D-B59DFEE0D640}" dt="2026-10-14T03:42:00.829" v="1050" actId="1076"/>
          <ac:picMkLst>
            <pc:docMk/>
            <pc:sldMk cId="1176875122" sldId="265"/>
            <ac:picMk id="9" creationId="{BA046EAA-522F-9811-F453-56518C4B550D}"/>
          </ac:picMkLst>
        </pc:picChg>
      </pc:sldChg>
      <pc:sldChg chg="modSp mod">
        <pc:chgData name="f. y" userId="5ea1721a4cd99d0b" providerId="LiveId" clId="{1DECA669-F202-4CEE-8A7D-B59DFEE0D640}" dt="2026-10-14T03:28:42.846" v="1039" actId="20577"/>
        <pc:sldMkLst>
          <pc:docMk/>
          <pc:sldMk cId="159049577" sldId="342"/>
        </pc:sldMkLst>
        <pc:spChg chg="mod">
          <ac:chgData name="f. y" userId="5ea1721a4cd99d0b" providerId="LiveId" clId="{1DECA669-F202-4CEE-8A7D-B59DFEE0D640}" dt="2026-10-14T03:28:42.846" v="1039" actId="20577"/>
          <ac:spMkLst>
            <pc:docMk/>
            <pc:sldMk cId="159049577" sldId="342"/>
            <ac:spMk id="7" creationId="{B87F872F-3B7D-6710-4733-235C01404639}"/>
          </ac:spMkLst>
        </pc:spChg>
      </pc:sldChg>
      <pc:sldChg chg="modSp mod">
        <pc:chgData name="f. y" userId="5ea1721a4cd99d0b" providerId="LiveId" clId="{1DECA669-F202-4CEE-8A7D-B59DFEE0D640}" dt="2026-10-14T03:34:53.809" v="1042" actId="14100"/>
        <pc:sldMkLst>
          <pc:docMk/>
          <pc:sldMk cId="1928780987" sldId="348"/>
        </pc:sldMkLst>
        <pc:spChg chg="mod">
          <ac:chgData name="f. y" userId="5ea1721a4cd99d0b" providerId="LiveId" clId="{1DECA669-F202-4CEE-8A7D-B59DFEE0D640}" dt="2026-10-14T03:34:53.809" v="1042" actId="14100"/>
          <ac:spMkLst>
            <pc:docMk/>
            <pc:sldMk cId="1928780987" sldId="348"/>
            <ac:spMk id="3" creationId="{4E46AEE5-78AD-699B-DED6-877B2296D386}"/>
          </ac:spMkLst>
        </pc:spChg>
      </pc:sldChg>
      <pc:sldChg chg="modSp mod">
        <pc:chgData name="f. y" userId="5ea1721a4cd99d0b" providerId="LiveId" clId="{1DECA669-F202-4CEE-8A7D-B59DFEE0D640}" dt="2026-10-14T03:44:47.848" v="1062" actId="20577"/>
        <pc:sldMkLst>
          <pc:docMk/>
          <pc:sldMk cId="495102869" sldId="351"/>
        </pc:sldMkLst>
        <pc:spChg chg="mod">
          <ac:chgData name="f. y" userId="5ea1721a4cd99d0b" providerId="LiveId" clId="{1DECA669-F202-4CEE-8A7D-B59DFEE0D640}" dt="2026-10-14T03:44:47.848" v="1062" actId="20577"/>
          <ac:spMkLst>
            <pc:docMk/>
            <pc:sldMk cId="495102869" sldId="351"/>
            <ac:spMk id="3" creationId="{AC825C02-078F-915B-AC93-22735DCF320C}"/>
          </ac:spMkLst>
        </pc:spChg>
      </pc:sldChg>
      <pc:sldChg chg="del">
        <pc:chgData name="f. y" userId="5ea1721a4cd99d0b" providerId="LiveId" clId="{1DECA669-F202-4CEE-8A7D-B59DFEE0D640}" dt="2026-10-14T03:43:36.991" v="1061" actId="47"/>
        <pc:sldMkLst>
          <pc:docMk/>
          <pc:sldMk cId="486913606" sldId="354"/>
        </pc:sldMkLst>
      </pc:sldChg>
      <pc:sldChg chg="add ord">
        <pc:chgData name="f. y" userId="5ea1721a4cd99d0b" providerId="LiveId" clId="{1DECA669-F202-4CEE-8A7D-B59DFEE0D640}" dt="2026-10-14T03:36:48.934" v="1045"/>
        <pc:sldMkLst>
          <pc:docMk/>
          <pc:sldMk cId="62635841" sldId="35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0D0DD-1A11-4561-92C2-83DE24A497D3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B9A1C-8C2F-4B72-9157-8E524E699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905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180/2 = 90. 90 / 12 =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B9A1C-8C2F-4B72-9157-8E524E6992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58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78842-4C9B-D950-51D9-711AC2878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F5BF8-C4C0-35C2-EC84-3F71CD15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D600114F-55C4-0CA9-EE49-C1536D93B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0" y="6356350"/>
            <a:ext cx="1349541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51981E09-4238-45A6-8B32-A1EAFC61F9BD}" type="datetime1">
              <a:rPr lang="en-US" smtClean="0"/>
              <a:t>10/13/2026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AFAA6AD-E120-1ACC-E376-89ED37E38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0" y="6356350"/>
            <a:ext cx="3290637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263ECBF-C53F-4A1C-2CB9-18ECB65D3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659732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A36B50D9-34E4-4BF4-9F42-E74098E5F8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832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4A414-8D50-C098-CA30-A5A7937BC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4D20F-8602-7302-4F59-7F9AC2763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86C3AD1-4EB2-FA01-2C5B-70606646D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0" y="6356350"/>
            <a:ext cx="1349541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BEEF39A8-0BC6-4F13-AE9B-60A23E661C48}" type="datetime1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7C4E98D-F2A9-7988-6F11-5B97F6D06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0" y="6356350"/>
            <a:ext cx="3290637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C9E742E-FF93-AC25-803B-22BA5AC12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659732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A36B50D9-34E4-4BF4-9F42-E74098E5F8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250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C6FE6-5BFC-4349-FDC7-1CEA41284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B50FC-591C-7294-1511-1C412CE33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956DDF4-0D9D-DDD2-033B-0C9C0779F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0" y="6356350"/>
            <a:ext cx="1349541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7E811C39-5666-4C17-8C9F-45D0289768AF}" type="datetime1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700C99-7433-904B-A988-CFFE619F28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0" y="6356350"/>
            <a:ext cx="3290637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7077010-480A-688A-928E-3CBAF745B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659732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A36B50D9-34E4-4BF4-9F42-E74098E5F8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229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908A1-D21B-3B30-18BD-DED03902F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5D385-1E47-F2B1-E525-30EB354420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02931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4BBDB-06F3-0E12-5F7A-5513BF619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02931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AACC80C-18F6-8EEC-634F-8677D73660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0" y="6356350"/>
            <a:ext cx="1349541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D81A7892-07F2-4C36-A54A-B3E6B3AD1B08}" type="datetime1">
              <a:rPr lang="en-US" smtClean="0"/>
              <a:t>10/13/2026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3BAF9DE-4E78-AED2-C35E-8DFE064C9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0" y="6356350"/>
            <a:ext cx="3290637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589966B-D924-B154-E0E0-E5195BB18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659732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A36B50D9-34E4-4BF4-9F42-E74098E5F8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73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8D030-9F01-5A7C-925F-C6C4EF26B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57469-DD5E-DDAD-E08B-74215A20A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E47F3B-F838-F2ED-AAF6-11921E382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4310F-1653-D9EA-D0EF-EDBC8CB55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DB8B82-7450-8FDB-1FCD-8B4680AA11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C4D77BF-A32F-9A84-9EDD-7C5FE0ADFF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0" y="6356350"/>
            <a:ext cx="1349541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C9063BE9-8682-49DF-B35C-E3BDE2CAB28C}" type="datetime1">
              <a:rPr lang="en-US" smtClean="0"/>
              <a:t>10/13/2026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25DD1AF-BCA0-1A35-E5F7-ECC0F02B6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3500" y="6356350"/>
            <a:ext cx="3290637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3A1D225-5A14-A3B0-E059-AB9565A07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659732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A36B50D9-34E4-4BF4-9F42-E74098E5F8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74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49D69-4D75-F2FF-D0B4-01E9EF01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60DBF30-D3DE-6A83-E6DC-4710DA24F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0" y="6356350"/>
            <a:ext cx="1349541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AD182970-8614-4111-A566-3D6A26D8EDDF}" type="datetime1">
              <a:rPr lang="en-US" smtClean="0"/>
              <a:t>10/13/2026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FE498F5-A6CB-27F5-48D2-B3EDB3924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0" y="6356350"/>
            <a:ext cx="3290637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5FCE24-3BE1-9ADF-4038-81DA92E846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659732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A36B50D9-34E4-4BF4-9F42-E74098E5F8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231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6473689-B685-32FC-D7D5-BB27A021BA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0" y="6356350"/>
            <a:ext cx="1349541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6DB21A0F-C166-4876-802D-3D994CE09496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7B4D173-475C-4894-9E97-39E961A46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0" y="6356350"/>
            <a:ext cx="3290637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DBF85-C48B-1ACD-C9A7-7DCABA9A6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659732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A36B50D9-34E4-4BF4-9F42-E74098E5F8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443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72559-5184-5174-73F7-BBF19C20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37B4C-8649-3BBA-AB46-7DF4564DA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E7F51-DCCB-0CE4-6C76-E2212BD82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4D78179-0AB3-9184-E7D7-66DF11E036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0" y="6356350"/>
            <a:ext cx="1349541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4256CBB7-0BD3-4557-B861-AD94A9D31069}" type="datetime1">
              <a:rPr lang="en-US" smtClean="0"/>
              <a:t>10/13/2026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0E9D7B-1E4F-2FD0-C2DB-0ECB78E89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0" y="6356350"/>
            <a:ext cx="3290637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0BC91D0-D4B9-EFBC-23AC-46489084C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659732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A36B50D9-34E4-4BF4-9F42-E74098E5F8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466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477F3-0342-4E61-814A-CDC683F70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6A763E-1B8D-9FFB-A926-CDDFDC06C7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CF03E-AB55-13DD-7D4E-3A79D298C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2CD5FDAA-8B3F-9569-ECBA-AB6E34819E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0" y="6356350"/>
            <a:ext cx="1349541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19C52DE1-11D1-4CE6-930A-5F84E7560250}" type="datetime1">
              <a:rPr lang="en-US" smtClean="0"/>
              <a:t>10/13/2026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9FE974D-11A9-700A-DC5E-626D9A23B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0" y="6356350"/>
            <a:ext cx="3290637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0E6C45F-2570-E96A-7441-D389F11D2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659732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A36B50D9-34E4-4BF4-9F42-E74098E5F8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351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1CD3-6DA7-02E4-C92A-3F8B13489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8C78A-2494-882D-FD56-D0ADA96E8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1975F71-260F-C5CE-67EC-93FF73F7F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0" y="6356350"/>
            <a:ext cx="1349541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E9DC3D07-5123-4FE9-8E42-2D573848A0F0}" type="datetime1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E3B8F85-1F19-BDC0-A013-C150B134F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0" y="6356350"/>
            <a:ext cx="3290637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2D0E011-6825-7388-C93D-94264E501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659732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A36B50D9-34E4-4BF4-9F42-E74098E5F8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534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4635A9-902C-E2FC-FCA7-8D437F66A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EBA03-2799-3F10-53A7-ED0AD2B0A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159316A-61A2-7A36-323E-D5A93F858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0" y="6356350"/>
            <a:ext cx="1349541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7D161419-80E4-4288-BD9D-B2FFEAF2B590}" type="datetime1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F825B91-B9BE-AA70-CA4D-474B44577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0" y="6356350"/>
            <a:ext cx="3290637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EF2182-B16A-01FE-CD7D-3D2144771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659732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A36B50D9-34E4-4BF4-9F42-E74098E5F8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92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D1B2AD-7D62-A5A6-8B6A-CE46F4B54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49639-ADD2-D972-EA27-FA3C479F4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36984"/>
            <a:ext cx="10515600" cy="5039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473116A-F57B-E5C3-7848-2AF126A92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0" y="6356350"/>
            <a:ext cx="1349541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8C9F9548-8E72-4916-9EF8-A5E813C0C0B7}" type="datetime1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C8EE6AD-B8D4-A5C2-B1EB-1A5DF42AC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0" y="6356350"/>
            <a:ext cx="3290637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D3B7717-24C4-A302-32BE-31F9059D4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659732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schemeClr val="bg1"/>
                </a:solidFill>
                <a:latin typeface="Abadi Extra Light" panose="020B0204020104020204" pitchFamily="34" charset="0"/>
              </a:defRPr>
            </a:lvl1pPr>
          </a:lstStyle>
          <a:p>
            <a:fld id="{A36B50D9-34E4-4BF4-9F42-E74098E5F8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862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badi Extra Light" panose="020B02040201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 Extra Light" panose="020B02040201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Extra Light" panose="020B02040201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Extra Light" panose="020B02040201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Extra Light" panose="020B02040201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Extra Light" panose="020B02040201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linkedin.com/feed/update/urn:li:activity:7254652563793313793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sf.io/" TargetMode="External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www.qr-code-generator.com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DSk83T9F2wB-sd9ALq4Eq1ykjjFRDSda1qxGFOjcOl8/edit?usp=sharing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E349A817-B55B-B4C7-98DD-1CCBC5B70B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GES 4070 / 5070: </a:t>
            </a:r>
            <a:r>
              <a:rPr lang="en-US" dirty="0" err="1"/>
              <a:t>Geovisualization</a:t>
            </a:r>
            <a:r>
              <a:rPr lang="en-US" dirty="0"/>
              <a:t> – Fall 2026</a:t>
            </a:r>
          </a:p>
          <a:p>
            <a:r>
              <a:rPr lang="en-US" dirty="0"/>
              <a:t>Fuzhen Yin</a:t>
            </a:r>
          </a:p>
          <a:p>
            <a:r>
              <a:rPr lang="en-US" dirty="0"/>
              <a:t>GES – UCCS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757D31A-75F0-AAA4-DA18-618AFB396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384" y="1122363"/>
            <a:ext cx="10469880" cy="2004885"/>
          </a:xfrm>
        </p:spPr>
        <p:txBody>
          <a:bodyPr>
            <a:normAutofit/>
          </a:bodyPr>
          <a:lstStyle/>
          <a:p>
            <a:r>
              <a:rPr lang="en-US" sz="3200" dirty="0"/>
              <a:t>Working Session</a:t>
            </a:r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651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460384-13A1-74E4-A37F-6D6D6D09F6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163056"/>
          </a:xfrm>
          <a:prstGeom prst="rect">
            <a:avLst/>
          </a:prstGeom>
          <a:solidFill>
            <a:srgbClr val="D9C692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AD8F934-D302-1E49-5760-146F6CD547F9}"/>
              </a:ext>
            </a:extLst>
          </p:cNvPr>
          <p:cNvSpPr txBox="1">
            <a:spLocks/>
          </p:cNvSpPr>
          <p:nvPr/>
        </p:nvSpPr>
        <p:spPr>
          <a:xfrm>
            <a:off x="238171" y="136525"/>
            <a:ext cx="6335349" cy="4096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latin typeface="Abadi Extra Light" panose="020B0204020104020204" pitchFamily="34" charset="0"/>
              </a:rPr>
              <a:t>Daily Dose of Internet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D7CF9-6B7D-F4CC-3FAA-9C0C5B08124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10/23/2024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8F179-A880-D32D-7E75-C4067B6C4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06136-95E9-ABF4-F180-6B48E91C3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6B50D9-34E4-4BF4-9F42-E74098E5F81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" name="Picture 9" descr="A screenshot of a map&#10;&#10;Description automatically generated">
            <a:extLst>
              <a:ext uri="{FF2B5EF4-FFF2-40B4-BE49-F238E27FC236}">
                <a16:creationId xmlns:a16="http://schemas.microsoft.com/office/drawing/2014/main" id="{972DCBF9-314F-CDBC-0C10-7B1F9BC7F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691" y="0"/>
            <a:ext cx="4369274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1EFB43-4617-CF4E-E1A5-D2EB174AF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920" y="2330377"/>
            <a:ext cx="3524147" cy="25828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439873-822F-DD6C-C7BD-3490EC81CD48}"/>
              </a:ext>
            </a:extLst>
          </p:cNvPr>
          <p:cNvSpPr txBox="1"/>
          <p:nvPr/>
        </p:nvSpPr>
        <p:spPr>
          <a:xfrm>
            <a:off x="1256920" y="5518644"/>
            <a:ext cx="4155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latin typeface="Abadi Extra Light" panose="020B0204020104020204" pitchFamily="34" charset="0"/>
              </a:rPr>
              <a:t>Credit to Elizabeth </a:t>
            </a:r>
            <a:r>
              <a:rPr lang="en-US" sz="1600" dirty="0" err="1">
                <a:latin typeface="Abadi Extra Light" panose="020B0204020104020204" pitchFamily="34" charset="0"/>
              </a:rPr>
              <a:t>Delmelle</a:t>
            </a:r>
            <a:r>
              <a:rPr lang="en-US" sz="1600" dirty="0">
                <a:latin typeface="Abadi Extra Light" panose="020B0204020104020204" pitchFamily="34" charset="0"/>
              </a:rPr>
              <a:t> (</a:t>
            </a:r>
            <a:r>
              <a:rPr lang="en-US" sz="1600" dirty="0">
                <a:latin typeface="Abadi Extra Light" panose="020B0204020104020204" pitchFamily="34" charset="0"/>
                <a:hlinkClick r:id="rId4"/>
              </a:rPr>
              <a:t>LinkedIn Post</a:t>
            </a:r>
            <a:r>
              <a:rPr lang="en-US" sz="1600" dirty="0">
                <a:latin typeface="Abadi Extra Light" panose="020B0204020104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635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460384-13A1-74E4-A37F-6D6D6D09F6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163056"/>
          </a:xfrm>
          <a:prstGeom prst="rect">
            <a:avLst/>
          </a:prstGeom>
          <a:solidFill>
            <a:srgbClr val="D9C692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AD8F934-D302-1E49-5760-146F6CD547F9}"/>
              </a:ext>
            </a:extLst>
          </p:cNvPr>
          <p:cNvSpPr txBox="1">
            <a:spLocks/>
          </p:cNvSpPr>
          <p:nvPr/>
        </p:nvSpPr>
        <p:spPr>
          <a:xfrm>
            <a:off x="192899" y="1165472"/>
            <a:ext cx="4373453" cy="4096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b="1" dirty="0">
                <a:latin typeface="Abadi Extra Light" panose="020B0204020104020204" pitchFamily="34" charset="0"/>
              </a:rPr>
              <a:t>Announcement</a:t>
            </a:r>
          </a:p>
          <a:p>
            <a:pPr>
              <a:lnSpc>
                <a:spcPct val="100000"/>
              </a:lnSpc>
            </a:pPr>
            <a:endParaRPr lang="en-US" dirty="0">
              <a:latin typeface="Abadi Extra Light" panose="020B0204020104020204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Abadi Extra Light" panose="020B0204020104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D7CF9-6B7D-F4CC-3FAA-9C0C5B08124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E98AB55-AD98-41B1-9D24-21CBD9201221}" type="datetime1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8F179-A880-D32D-7E75-C4067B6C4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06136-95E9-ABF4-F180-6B48E91C3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6B50D9-34E4-4BF4-9F42-E74098E5F81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046EAA-522F-9811-F453-56518C4B5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08" y="62333"/>
            <a:ext cx="7142857" cy="673333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317EFBE-6C87-AA44-8654-8293E6145289}"/>
              </a:ext>
            </a:extLst>
          </p:cNvPr>
          <p:cNvSpPr/>
          <p:nvPr/>
        </p:nvSpPr>
        <p:spPr>
          <a:xfrm>
            <a:off x="5506720" y="136525"/>
            <a:ext cx="6268720" cy="40195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75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87F872F-3B7D-6710-4733-235C0140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u="sng" dirty="0"/>
              <a:t>Poster</a:t>
            </a:r>
            <a:r>
              <a:rPr lang="en-US" sz="4800" dirty="0"/>
              <a:t> Due Next Week (10/20)</a:t>
            </a:r>
            <a:br>
              <a:rPr lang="en-US" sz="4800" dirty="0"/>
            </a:br>
            <a:r>
              <a:rPr lang="en-US" sz="4800" b="1" u="sng" dirty="0"/>
              <a:t>Lab 6/7</a:t>
            </a:r>
            <a:r>
              <a:rPr lang="en-US" sz="4800" dirty="0"/>
              <a:t> Due the Week After (10/27)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32B0747-5D32-1E17-C04A-455E8D67E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will have two weeks to work on Lab 7.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19720-3A96-1198-D150-6657C3AE549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57305A6-2B94-445C-915F-EC44D7D58CF8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7ACDE-92D0-96A5-4DCD-D778F2AF1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5582A-09F1-4BDA-8F78-AAD14D34F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6B50D9-34E4-4BF4-9F42-E74098E5F81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49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47EBFD-F9BB-65B7-63AA-0E4C5E842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065"/>
            <a:ext cx="4615543" cy="4284944"/>
          </a:xfrm>
        </p:spPr>
        <p:txBody>
          <a:bodyPr>
            <a:normAutofit/>
          </a:bodyPr>
          <a:lstStyle/>
          <a:p>
            <a:r>
              <a:rPr lang="en-US" sz="1600" dirty="0"/>
              <a:t>Lecture 1: What is Geo-visualization </a:t>
            </a:r>
          </a:p>
          <a:p>
            <a:r>
              <a:rPr lang="en-US" sz="1600" dirty="0"/>
              <a:t>Lecture 2: Data Abstraction</a:t>
            </a:r>
          </a:p>
          <a:p>
            <a:r>
              <a:rPr lang="en-US" sz="1600" dirty="0"/>
              <a:t>Lecture 3: Data Analysis &amp; Visualization Workflow</a:t>
            </a:r>
          </a:p>
          <a:p>
            <a:r>
              <a:rPr lang="en-US" sz="1600" dirty="0"/>
              <a:t>Lecture 4: Intro to Spatial Visualization – Map Making</a:t>
            </a:r>
          </a:p>
          <a:p>
            <a:r>
              <a:rPr lang="en-US" sz="1600" dirty="0"/>
              <a:t>Lecture 5: Intro to Spatial Visualization (2) Spatial Data Manipulation</a:t>
            </a:r>
          </a:p>
          <a:p>
            <a:r>
              <a:rPr lang="en-US" sz="1600" dirty="0"/>
              <a:t>Lecture 6: Spatial Data Manipulation, Advanced Mapping, &amp; Debugging</a:t>
            </a:r>
          </a:p>
          <a:p>
            <a:r>
              <a:rPr lang="en-US" sz="1600" dirty="0"/>
              <a:t>Lecture 7: Data Structure, Debugging &amp; Coding Practices Recap</a:t>
            </a:r>
          </a:p>
          <a:p>
            <a:r>
              <a:rPr lang="en-US" sz="1800" b="1" u="sng" dirty="0"/>
              <a:t>Lecture 8</a:t>
            </a:r>
            <a:r>
              <a:rPr lang="en-US" sz="1800" dirty="0"/>
              <a:t>: Identifying Point Patterns; Working Sessions for Poster Presentation 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C1AB823-6B4F-32E5-5481-0399F928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Where are we?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DAD7DB-C4A9-0D56-9ED0-6386C584800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F3B3E20-B050-446D-B9DB-BE19D19C68AB}" type="datetime1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F81E0C-9D19-2BE5-F2EE-03156823A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CDD23-83B0-CB04-CEE3-AB1A2F7D2B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6B50D9-34E4-4BF4-9F42-E74098E5F81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042C0A-F6DB-EABC-5560-135940185679}"/>
              </a:ext>
            </a:extLst>
          </p:cNvPr>
          <p:cNvSpPr/>
          <p:nvPr/>
        </p:nvSpPr>
        <p:spPr>
          <a:xfrm>
            <a:off x="6860406" y="275713"/>
            <a:ext cx="3651584" cy="55946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badi Extra Light" panose="020B0204020104020204" pitchFamily="34" charset="0"/>
              </a:rPr>
              <a:t>Geo-visualization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4D820C-C2D4-6682-71CD-5D0B7F624274}"/>
              </a:ext>
            </a:extLst>
          </p:cNvPr>
          <p:cNvSpPr/>
          <p:nvPr/>
        </p:nvSpPr>
        <p:spPr>
          <a:xfrm>
            <a:off x="5864793" y="1925053"/>
            <a:ext cx="2821405" cy="2051384"/>
          </a:xfrm>
          <a:prstGeom prst="rect">
            <a:avLst/>
          </a:prstGeom>
          <a:ln w="381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badi Extra Light" panose="020B0204020104020204" pitchFamily="34" charset="0"/>
              </a:rPr>
              <a:t>Non-spatial 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14699C-73C3-03BE-9C2E-E2A179C3BD31}"/>
              </a:ext>
            </a:extLst>
          </p:cNvPr>
          <p:cNvSpPr/>
          <p:nvPr/>
        </p:nvSpPr>
        <p:spPr>
          <a:xfrm>
            <a:off x="8929838" y="1925053"/>
            <a:ext cx="2821405" cy="2051384"/>
          </a:xfrm>
          <a:prstGeom prst="rect">
            <a:avLst/>
          </a:prstGeom>
          <a:ln w="381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badi Extra Light" panose="020B0204020104020204" pitchFamily="34" charset="0"/>
              </a:rPr>
              <a:t>Spatial data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02D785-B742-1A7D-2948-700A12FE4FFF}"/>
              </a:ext>
            </a:extLst>
          </p:cNvPr>
          <p:cNvSpPr/>
          <p:nvPr/>
        </p:nvSpPr>
        <p:spPr>
          <a:xfrm>
            <a:off x="7397316" y="3429000"/>
            <a:ext cx="2821405" cy="2051384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badi Extra Light" panose="020B0204020104020204" pitchFamily="34" charset="0"/>
              </a:rPr>
              <a:t>Network data</a:t>
            </a:r>
          </a:p>
        </p:txBody>
      </p:sp>
    </p:spTree>
    <p:extLst>
      <p:ext uri="{BB962C8B-B14F-4D97-AF65-F5344CB8AC3E}">
        <p14:creationId xmlns:p14="http://schemas.microsoft.com/office/powerpoint/2010/main" val="3721008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460384-13A1-74E4-A37F-6D6D6D09F6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163056"/>
          </a:xfrm>
          <a:prstGeom prst="rect">
            <a:avLst/>
          </a:prstGeom>
          <a:solidFill>
            <a:srgbClr val="D9C692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AD8F934-D302-1E49-5760-146F6CD547F9}"/>
              </a:ext>
            </a:extLst>
          </p:cNvPr>
          <p:cNvSpPr txBox="1">
            <a:spLocks/>
          </p:cNvSpPr>
          <p:nvPr/>
        </p:nvSpPr>
        <p:spPr>
          <a:xfrm>
            <a:off x="838200" y="2896746"/>
            <a:ext cx="10515600" cy="106450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Abadi Extra Light" panose="020B0204020104020204" pitchFamily="34" charset="0"/>
              </a:rPr>
              <a:t>Poster Presentation Preparation</a:t>
            </a:r>
            <a:endParaRPr lang="en-US" sz="4100" dirty="0">
              <a:latin typeface="Abadi Extra Light" panose="020B0204020104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D7CF9-6B7D-F4CC-3FAA-9C0C5B08124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4A28BA6-8610-484E-B8BF-441D1302A68D}" type="datetime1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8F179-A880-D32D-7E75-C4067B6C4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06136-95E9-ABF4-F180-6B48E91C3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6B50D9-34E4-4BF4-9F42-E74098E5F81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92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DFA9-A2D7-95D4-D2C5-B571783F1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Workflow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5C2B947-A6E5-9A74-AEF5-ECF24C2F4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6291" y="1136650"/>
            <a:ext cx="9559418" cy="504031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CEAA0-866E-5BAC-7890-F0F7CF74062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EF39A8-0BC6-4F13-AE9B-60A23E661C48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72056-7A1B-602F-DD25-6BC0C8462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39D36-1006-1611-62BC-A4B0D7B20F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6B50D9-34E4-4BF4-9F42-E74098E5F81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194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2CF9B-F9D0-B464-2B26-19D8B2DA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AC565-2CB8-8D6C-EF6A-F43A486B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Workflow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610EE3F-B39B-7746-9605-B6D5F85D44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6291" y="1136650"/>
            <a:ext cx="9559418" cy="504031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E8D11-7682-B3CC-66BD-7169B37EF88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EF39A8-0BC6-4F13-AE9B-60A23E661C48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82EB3-4D8E-C0F0-5989-2FC1D701D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5EAC0-9B39-481D-69DD-8B70CB9BA2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6B50D9-34E4-4BF4-9F42-E74098E5F81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098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158B5-C65F-DE35-B80C-05E797CC9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10D35-208A-36EA-8FC5-96E70D6FC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badi Extra Light" panose="020B0204020104020204"/>
              </a:rPr>
              <a:t>Promote FAIR research by sharing your workflow!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6AEE5-78AD-699B-DED6-877B2296D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866106"/>
            <a:ext cx="10693401" cy="231085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badi Extra Light" panose="020B0204020104020204"/>
              </a:rPr>
              <a:t>Create an online repository of your project to share your Data and Script, e.g., on </a:t>
            </a:r>
            <a:r>
              <a:rPr lang="en-US" sz="2400" u="sng" dirty="0">
                <a:latin typeface="Abadi Extra Light" panose="020B0204020104020204"/>
                <a:hlinkClick r:id="rId2"/>
              </a:rPr>
              <a:t>GitHub</a:t>
            </a:r>
            <a:r>
              <a:rPr lang="en-US" sz="2400" dirty="0">
                <a:latin typeface="Abadi Extra Light" panose="020B0204020104020204"/>
              </a:rPr>
              <a:t> or </a:t>
            </a:r>
            <a:r>
              <a:rPr lang="en-US" sz="2400" u="sng" dirty="0">
                <a:latin typeface="Abadi Extra Light" panose="020B0204020104020204"/>
                <a:hlinkClick r:id="rId3"/>
              </a:rPr>
              <a:t>OSF</a:t>
            </a:r>
            <a:r>
              <a:rPr lang="en-US" sz="2400" dirty="0">
                <a:latin typeface="Abadi Extra Light" panose="020B0204020104020204"/>
              </a:rPr>
              <a:t> </a:t>
            </a:r>
          </a:p>
          <a:p>
            <a:r>
              <a:rPr lang="en-US" sz="2400" dirty="0">
                <a:latin typeface="Abadi Extra Light" panose="020B0204020104020204"/>
              </a:rPr>
              <a:t>Get a publicly accessible </a:t>
            </a:r>
            <a:r>
              <a:rPr lang="en-US" sz="2400" dirty="0" err="1">
                <a:latin typeface="Abadi Extra Light" panose="020B0204020104020204"/>
              </a:rPr>
              <a:t>url</a:t>
            </a:r>
            <a:r>
              <a:rPr lang="en-US" sz="2400" dirty="0">
                <a:latin typeface="Abadi Extra Light" panose="020B0204020104020204"/>
              </a:rPr>
              <a:t>, save this </a:t>
            </a:r>
            <a:r>
              <a:rPr lang="en-US" sz="2400" dirty="0" err="1">
                <a:latin typeface="Abadi Extra Light" panose="020B0204020104020204"/>
              </a:rPr>
              <a:t>url</a:t>
            </a:r>
            <a:r>
              <a:rPr lang="en-US" sz="2400" dirty="0">
                <a:latin typeface="Abadi Extra Light" panose="020B0204020104020204"/>
              </a:rPr>
              <a:t> (later you can put it to your portfolio). </a:t>
            </a:r>
          </a:p>
          <a:p>
            <a:r>
              <a:rPr lang="en-US" sz="2400" dirty="0">
                <a:latin typeface="Abadi Extra Light" panose="020B0204020104020204"/>
              </a:rPr>
              <a:t>Use online </a:t>
            </a:r>
            <a:r>
              <a:rPr lang="en-US" sz="2400" dirty="0">
                <a:latin typeface="Abadi Extra Light" panose="020B0204020104020204"/>
                <a:hlinkClick r:id="rId4"/>
              </a:rPr>
              <a:t>QR Code Generator</a:t>
            </a:r>
            <a:r>
              <a:rPr lang="en-US" sz="2400" dirty="0">
                <a:latin typeface="Abadi Extra Light" panose="020B0204020104020204"/>
              </a:rPr>
              <a:t> to create a QR code for the </a:t>
            </a:r>
            <a:r>
              <a:rPr lang="en-US" sz="2400" dirty="0" err="1">
                <a:latin typeface="Abadi Extra Light" panose="020B0204020104020204"/>
              </a:rPr>
              <a:t>url</a:t>
            </a:r>
            <a:endParaRPr lang="en-US" sz="2400" dirty="0">
              <a:latin typeface="Abadi Extra Light" panose="020B0204020104020204"/>
            </a:endParaRPr>
          </a:p>
          <a:p>
            <a:endParaRPr lang="en-US" sz="2400" dirty="0">
              <a:latin typeface="Abadi Extra Light" panose="020B0204020104020204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9F7BC-E8A0-2DC8-C2A2-85511692FA1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31D2799-8455-4243-B107-052564CE3AA0}" type="datetime1">
              <a:rPr lang="en-US" smtClean="0">
                <a:latin typeface="Abadi Extra Light" panose="020B0204020104020204"/>
              </a:rPr>
              <a:t>10/13/2026</a:t>
            </a:fld>
            <a:endParaRPr lang="en-US">
              <a:latin typeface="Abadi Extra Light" panose="020B0204020104020204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8ADC8-EDF2-0665-15DF-4BEF1A33A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latin typeface="Abadi Extra Light" panose="020B0204020104020204"/>
              </a:rPr>
              <a:t>Lecture 8</a:t>
            </a:r>
            <a:endParaRPr lang="en-US" dirty="0">
              <a:latin typeface="Abadi Extra Light" panose="020B020402010402020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BEE31-CC7F-7F82-899D-EC43B826D1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6B50D9-34E4-4BF4-9F42-E74098E5F812}" type="slidenum">
              <a:rPr lang="en-US" smtClean="0">
                <a:latin typeface="Abadi Extra Light" panose="020B0204020104020204"/>
              </a:rPr>
              <a:pPr/>
              <a:t>9</a:t>
            </a:fld>
            <a:endParaRPr lang="en-US" dirty="0">
              <a:latin typeface="Abadi Extra Light" panose="020B020402010402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E07AE2-082C-FE78-7A7D-57DABE027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6193" y="1339104"/>
            <a:ext cx="8515788" cy="101605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7FC306-2307-5499-EDF4-2440750AC9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6193" y="2355156"/>
            <a:ext cx="6369377" cy="12065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1F31B2-237C-9EB3-15C1-2EB382C26BAF}"/>
              </a:ext>
            </a:extLst>
          </p:cNvPr>
          <p:cNvSpPr txBox="1"/>
          <p:nvPr/>
        </p:nvSpPr>
        <p:spPr>
          <a:xfrm>
            <a:off x="750626" y="2036511"/>
            <a:ext cx="2321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badi Extra Light" panose="020B0204020104020204"/>
              </a:rPr>
              <a:t>Findable,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badi Extra Light" panose="020B0204020104020204"/>
              </a:rPr>
              <a:t>Accessible,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badi Extra Light" panose="020B0204020104020204"/>
              </a:rPr>
              <a:t>Interoperable, and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Abadi Extra Light" panose="020B0204020104020204"/>
              </a:rPr>
              <a:t>Reusable</a:t>
            </a:r>
          </a:p>
        </p:txBody>
      </p:sp>
    </p:spTree>
    <p:extLst>
      <p:ext uri="{BB962C8B-B14F-4D97-AF65-F5344CB8AC3E}">
        <p14:creationId xmlns:p14="http://schemas.microsoft.com/office/powerpoint/2010/main" val="1928780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37FD0-4BD4-3848-077B-C0942174C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print posters in GIS Lab 331?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61AB3-2DA0-28EC-F4B8-0D55164C5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Poster template (.pptx) is available on Canvas </a:t>
            </a:r>
          </a:p>
          <a:p>
            <a:pPr lvl="1"/>
            <a:r>
              <a:rPr lang="en-US" dirty="0"/>
              <a:t>Assignment “Project 1” </a:t>
            </a:r>
          </a:p>
          <a:p>
            <a:pPr lvl="1"/>
            <a:r>
              <a:rPr lang="en-US" dirty="0"/>
              <a:t>“</a:t>
            </a:r>
            <a:r>
              <a:rPr lang="fr-FR" dirty="0"/>
              <a:t>GES4070_5070_Project 1_pptx_poster_template_36x36</a:t>
            </a:r>
            <a:r>
              <a:rPr lang="en-US" dirty="0"/>
              <a:t>”</a:t>
            </a:r>
          </a:p>
          <a:p>
            <a:r>
              <a:rPr lang="en-US" dirty="0"/>
              <a:t>Upon completion, export it as .pdf.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38DF7-B9E1-182E-E622-535C12741D0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88B6F03-EF9F-4E3D-976B-2AAB6D24A76D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B0D4D-5763-EE6E-E562-C6352E3E90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4C709-BAAC-2681-B102-0404D1C6C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6B50D9-34E4-4BF4-9F42-E74098E5F81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901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32C54-70E9-CC12-6E91-830DF6D16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A8EA23F-059A-A0C5-5447-D0ECD544A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592"/>
            <a:ext cx="12192000" cy="643481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6C9F4-90FD-2D2D-E2FA-B2C3B4C85EE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42B341-275A-48C9-BB15-8A1A9F71D4A5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E51EF-89CE-0DBE-6F70-BA0CC61673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5B169-53B2-31BB-07C2-FF0336BAA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6B50D9-34E4-4BF4-9F42-E74098E5F81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236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3DF6B-7588-E629-4CBA-CB29AA7DF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3114-98B8-9260-DE08-17A81234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print posters in GIS Lab 331?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C69B4-495A-08DA-463C-E329FB0C6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Poster template (.pptx) is available on Canvas </a:t>
            </a:r>
          </a:p>
          <a:p>
            <a:pPr lvl="1"/>
            <a:r>
              <a:rPr lang="en-US" dirty="0"/>
              <a:t>Assignment “Project 1” </a:t>
            </a:r>
          </a:p>
          <a:p>
            <a:pPr lvl="1"/>
            <a:r>
              <a:rPr lang="en-US" dirty="0"/>
              <a:t>“</a:t>
            </a:r>
            <a:r>
              <a:rPr lang="fr-FR" dirty="0"/>
              <a:t>GES4070_5070_Project 1_pptx_poster_template_36x36</a:t>
            </a:r>
            <a:r>
              <a:rPr lang="en-US" dirty="0"/>
              <a:t>”</a:t>
            </a:r>
          </a:p>
          <a:p>
            <a:r>
              <a:rPr lang="en-US" dirty="0"/>
              <a:t>Upon completion, export it as .pdf. </a:t>
            </a:r>
          </a:p>
          <a:p>
            <a:r>
              <a:rPr lang="en-US" dirty="0"/>
              <a:t>Use a USB to transfer the saved .pdf to the printer. </a:t>
            </a:r>
          </a:p>
          <a:p>
            <a:r>
              <a:rPr lang="en-US" dirty="0"/>
              <a:t>Insert USB --&gt; Select file --&gt; print </a:t>
            </a:r>
          </a:p>
          <a:p>
            <a:endParaRPr lang="en-US" dirty="0"/>
          </a:p>
          <a:p>
            <a:r>
              <a:rPr lang="en-US" dirty="0"/>
              <a:t>Print early. Don’t wait until the last minutes.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FD98B-C1AD-6C97-27E1-7EFFE4D3980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90ECC7D-8BA9-451D-833F-D2D672534EE4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D0040-CEED-23F1-6CE1-22391FB0B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FFE3B-8234-8B3B-2593-92105986A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6B50D9-34E4-4BF4-9F42-E74098E5F81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731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7216-1138-2FD8-BFF2-117A0975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22B20-D12D-5555-3A24-32FB7BFE6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Presentation starts at 9:30</a:t>
            </a:r>
          </a:p>
          <a:p>
            <a:r>
              <a:rPr lang="en-US" dirty="0"/>
              <a:t>Students will be divided into two groups, A and B, each has 12 people. </a:t>
            </a:r>
          </a:p>
          <a:p>
            <a:endParaRPr lang="en-US" dirty="0"/>
          </a:p>
          <a:p>
            <a:r>
              <a:rPr lang="en-US" dirty="0"/>
              <a:t>9:30 – 10:30, Group A presents, Group B observes </a:t>
            </a:r>
          </a:p>
          <a:p>
            <a:r>
              <a:rPr lang="en-US" dirty="0"/>
              <a:t>10:40 – 11:40, Group </a:t>
            </a:r>
            <a:r>
              <a:rPr lang="en-US"/>
              <a:t>B </a:t>
            </a:r>
            <a:r>
              <a:rPr lang="en-US" dirty="0"/>
              <a:t>presents, Group</a:t>
            </a:r>
            <a:r>
              <a:rPr lang="en-US"/>
              <a:t> </a:t>
            </a:r>
            <a:r>
              <a:rPr lang="en-US" dirty="0"/>
              <a:t>A observes</a:t>
            </a:r>
            <a:r>
              <a:rPr lang="en-US"/>
              <a:t>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BA0E1-9657-8ED7-4865-AD59B23CEE6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AF34108-289A-43FA-9466-08CC8DC5D4C5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08367-8E81-DE78-B14F-6FA85355BB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75FFE-8471-9E46-7169-E8F49153A0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6B50D9-34E4-4BF4-9F42-E74098E5F81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155677-1996-1CF5-0935-A59C8B3C0FD0}"/>
              </a:ext>
            </a:extLst>
          </p:cNvPr>
          <p:cNvSpPr txBox="1"/>
          <p:nvPr/>
        </p:nvSpPr>
        <p:spPr>
          <a:xfrm>
            <a:off x="732865" y="5573806"/>
            <a:ext cx="4558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latin typeface="Abadi Extra Light" panose="020B0204020104020204" pitchFamily="34" charset="0"/>
              </a:rPr>
              <a:t>Inspired by Dr. Dao’s advanced GIS class. </a:t>
            </a:r>
          </a:p>
        </p:txBody>
      </p:sp>
    </p:spTree>
    <p:extLst>
      <p:ext uri="{BB962C8B-B14F-4D97-AF65-F5344CB8AC3E}">
        <p14:creationId xmlns:p14="http://schemas.microsoft.com/office/powerpoint/2010/main" val="1860260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A953-16E6-7D33-588E-C5509287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Presentation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D4491-A4A4-BA4A-48B2-650364949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E.g., when Group A presents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3B653-11E8-041B-5176-1DAFFDB00BC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366E425-970C-408F-8E36-10D5F8BD914D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8B4C0-C383-02E9-53A1-68E9E3B28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DB189-88CE-1A84-2DDE-BCC4A4EC4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6B50D9-34E4-4BF4-9F42-E74098E5F812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026" name="Picture 2" descr="Classroom Poster Sessions: A win for instructors and students | Nick Byrd,  Ph.D.">
            <a:extLst>
              <a:ext uri="{FF2B5EF4-FFF2-40B4-BE49-F238E27FC236}">
                <a16:creationId xmlns:a16="http://schemas.microsoft.com/office/drawing/2014/main" id="{CE528331-DCC2-1C99-2618-C0A0C1983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12" y="1792605"/>
            <a:ext cx="7858125" cy="485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FCB3FD-7D2E-DD77-F5CB-4277C76F4F0F}"/>
              </a:ext>
            </a:extLst>
          </p:cNvPr>
          <p:cNvSpPr txBox="1"/>
          <p:nvPr/>
        </p:nvSpPr>
        <p:spPr>
          <a:xfrm>
            <a:off x="9042400" y="2887359"/>
            <a:ext cx="2133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latin typeface="Abadi Extra Light" panose="020B0204020104020204" pitchFamily="34" charset="0"/>
              </a:rPr>
              <a:t>Students in the Group A stand in front of their posters </a:t>
            </a:r>
          </a:p>
          <a:p>
            <a:pPr algn="l"/>
            <a:endParaRPr lang="en-US" sz="1600" dirty="0">
              <a:latin typeface="Abadi Extra Light" panose="020B0204020104020204" pitchFamily="34" charset="0"/>
            </a:endParaRPr>
          </a:p>
          <a:p>
            <a:pPr algn="l"/>
            <a:r>
              <a:rPr lang="en-US" sz="1600" dirty="0">
                <a:latin typeface="Abadi Extra Light" panose="020B0204020104020204" pitchFamily="34" charset="0"/>
              </a:rPr>
              <a:t>Students in Group B can walk around, ask questions. </a:t>
            </a:r>
          </a:p>
        </p:txBody>
      </p:sp>
    </p:spTree>
    <p:extLst>
      <p:ext uri="{BB962C8B-B14F-4D97-AF65-F5344CB8AC3E}">
        <p14:creationId xmlns:p14="http://schemas.microsoft.com/office/powerpoint/2010/main" val="2509240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78914-17AD-F33A-C12D-055F813F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87268-62B1-2ADF-CDB5-1AEF11ECC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Presentation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7B62C-0156-59D1-48E0-4EB22F4EAE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8F4736F-28A6-4D0A-9D34-04724809E2AA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C89F7-4DAD-F7EE-00A0-A41920CABB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57A93-C8BE-CA9E-79DD-31E4ADAAD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6B50D9-34E4-4BF4-9F42-E74098E5F812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913E27-3D10-88CC-CAD7-BF1B87B07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0"/>
            <a:ext cx="5240215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B1D62B-FF19-D075-AB7B-C9768C756CCA}"/>
              </a:ext>
            </a:extLst>
          </p:cNvPr>
          <p:cNvSpPr txBox="1"/>
          <p:nvPr/>
        </p:nvSpPr>
        <p:spPr>
          <a:xfrm>
            <a:off x="734255" y="2470799"/>
            <a:ext cx="20116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latin typeface="Abadi Extra Light" panose="020B0204020104020204" pitchFamily="34" charset="0"/>
              </a:rPr>
              <a:t>The instructor will provide a ‘Peer Evaluation Form’ next week. </a:t>
            </a:r>
          </a:p>
          <a:p>
            <a:pPr algn="l"/>
            <a:endParaRPr lang="en-US" sz="1600" dirty="0">
              <a:latin typeface="Abadi Extra Light" panose="020B0204020104020204" pitchFamily="34" charset="0"/>
            </a:endParaRPr>
          </a:p>
          <a:p>
            <a:pPr algn="l"/>
            <a:r>
              <a:rPr lang="en-US" sz="1600" dirty="0">
                <a:latin typeface="Abadi Extra Light" panose="020B0204020104020204" pitchFamily="34" charset="0"/>
              </a:rPr>
              <a:t>When it’s your term to observe, please talk to all the presenters and complete the form. </a:t>
            </a:r>
          </a:p>
        </p:txBody>
      </p:sp>
    </p:spTree>
    <p:extLst>
      <p:ext uri="{BB962C8B-B14F-4D97-AF65-F5344CB8AC3E}">
        <p14:creationId xmlns:p14="http://schemas.microsoft.com/office/powerpoint/2010/main" val="373682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18464-A6B4-6BA2-3839-00596CAB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25C02-078F-915B-AC93-22735DCF3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deciding on groups! </a:t>
            </a:r>
          </a:p>
          <a:p>
            <a:endParaRPr lang="en-US" dirty="0"/>
          </a:p>
          <a:p>
            <a:r>
              <a:rPr lang="en-US" dirty="0"/>
              <a:t>Please fill out your presentation title in the shared google doc by this Friday (the 16</a:t>
            </a:r>
            <a:r>
              <a:rPr lang="en-US" baseline="30000" dirty="0"/>
              <a:t>th</a:t>
            </a:r>
            <a:r>
              <a:rPr lang="en-US" dirty="0"/>
              <a:t>) so I can send the invitation. </a:t>
            </a:r>
          </a:p>
          <a:p>
            <a:r>
              <a:rPr lang="en-US" dirty="0">
                <a:hlinkClick r:id="rId2"/>
              </a:rPr>
              <a:t>https://docs.google.com/document/d/1DSk83T9F2wB-sd9ALq4Eq1ykjjFRDSda1qxGFOjcOl8/edit?usp=sharing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EB45B-B7B7-84FE-5E17-5D93CB8C887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C2F1736-93DB-4156-8C0A-A42977DD17DD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CB29F-F48A-971E-6EA4-3B6027668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2EC64-FF19-0580-989B-C5C65293C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6B50D9-34E4-4BF4-9F42-E74098E5F81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102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460384-13A1-74E4-A37F-6D6D6D09F6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163056"/>
          </a:xfrm>
          <a:prstGeom prst="rect">
            <a:avLst/>
          </a:prstGeom>
          <a:solidFill>
            <a:srgbClr val="D9C692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AD8F934-D302-1E49-5760-146F6CD547F9}"/>
              </a:ext>
            </a:extLst>
          </p:cNvPr>
          <p:cNvSpPr txBox="1">
            <a:spLocks/>
          </p:cNvSpPr>
          <p:nvPr/>
        </p:nvSpPr>
        <p:spPr>
          <a:xfrm>
            <a:off x="838200" y="2588635"/>
            <a:ext cx="10515600" cy="115170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Abadi Extra Light" panose="020B0204020104020204" pitchFamily="34" charset="0"/>
              </a:rPr>
              <a:t>Lab 7</a:t>
            </a:r>
            <a:endParaRPr lang="en-US" sz="4100" dirty="0">
              <a:latin typeface="Abadi Extra Light" panose="020B0204020104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D7CF9-6B7D-F4CC-3FAA-9C0C5B08124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0987265-89FB-47A6-8EA1-CD7A4450EFEA}" type="datetime1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8F179-A880-D32D-7E75-C4067B6C4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Lecture 8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06136-95E9-ABF4-F180-6B48E91C3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36B50D9-34E4-4BF4-9F42-E74098E5F81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827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dirty="0" smtClean="0">
            <a:latin typeface="Abadi Extra Light" panose="020B02040201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</TotalTime>
  <Words>584</Words>
  <Application>Microsoft Office PowerPoint</Application>
  <PresentationFormat>Widescreen</PresentationFormat>
  <Paragraphs>122</Paragraphs>
  <Slides>17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Abadi Extra Light</vt:lpstr>
      <vt:lpstr>Aptos</vt:lpstr>
      <vt:lpstr>Arial</vt:lpstr>
      <vt:lpstr>Office Theme</vt:lpstr>
      <vt:lpstr>Working Session</vt:lpstr>
      <vt:lpstr>PowerPoint Presentation</vt:lpstr>
      <vt:lpstr>PowerPoint Presentation</vt:lpstr>
      <vt:lpstr>Poster Due Next Week (10/20) Lab 6/7 Due the Week After (10/27)</vt:lpstr>
      <vt:lpstr>Where are we?</vt:lpstr>
      <vt:lpstr>PowerPoint Presentation</vt:lpstr>
      <vt:lpstr>Workflow Diagram</vt:lpstr>
      <vt:lpstr>Workflow Diagram</vt:lpstr>
      <vt:lpstr>Promote FAIR research by sharing your workflow!</vt:lpstr>
      <vt:lpstr>How to print posters in GIS Lab 331? </vt:lpstr>
      <vt:lpstr>PowerPoint Presentation</vt:lpstr>
      <vt:lpstr>How to print posters in GIS Lab 331? </vt:lpstr>
      <vt:lpstr>Presentation</vt:lpstr>
      <vt:lpstr>Presentation </vt:lpstr>
      <vt:lpstr>Presentation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fz</dc:creator>
  <cp:lastModifiedBy>f. y</cp:lastModifiedBy>
  <cp:revision>1</cp:revision>
  <dcterms:created xsi:type="dcterms:W3CDTF">2024-08-27T16:38:25Z</dcterms:created>
  <dcterms:modified xsi:type="dcterms:W3CDTF">2026-10-14T03:44:57Z</dcterms:modified>
</cp:coreProperties>
</file>